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8B525A-99AE-4985-AFCD-D55002DE2C35}" v="5" dt="2026-07-11T16:10:03.8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aganibindu3092005@outlook.com" userId="b32564925e294466" providerId="LiveId" clId="{0361209A-0AB6-4DDF-AC01-22AC09D85359}"/>
    <pc:docChg chg="custSel addSld delSld modSld">
      <pc:chgData name="palaganibindu3092005@outlook.com" userId="b32564925e294466" providerId="LiveId" clId="{0361209A-0AB6-4DDF-AC01-22AC09D85359}" dt="2026-07-11T16:10:47.240" v="193" actId="1076"/>
      <pc:docMkLst>
        <pc:docMk/>
      </pc:docMkLst>
      <pc:sldChg chg="modSp mod">
        <pc:chgData name="palaganibindu3092005@outlook.com" userId="b32564925e294466" providerId="LiveId" clId="{0361209A-0AB6-4DDF-AC01-22AC09D85359}" dt="2026-07-11T14:19:14.272" v="21" actId="120"/>
        <pc:sldMkLst>
          <pc:docMk/>
          <pc:sldMk cId="2998275852" sldId="256"/>
        </pc:sldMkLst>
        <pc:spChg chg="mod">
          <ac:chgData name="palaganibindu3092005@outlook.com" userId="b32564925e294466" providerId="LiveId" clId="{0361209A-0AB6-4DDF-AC01-22AC09D85359}" dt="2026-07-11T14:19:14.272" v="21" actId="120"/>
          <ac:spMkLst>
            <pc:docMk/>
            <pc:sldMk cId="2998275852" sldId="256"/>
            <ac:spMk id="3" creationId="{56676E2B-9199-2B44-1051-62636977311A}"/>
          </ac:spMkLst>
        </pc:spChg>
      </pc:sldChg>
      <pc:sldChg chg="modSp mod">
        <pc:chgData name="palaganibindu3092005@outlook.com" userId="b32564925e294466" providerId="LiveId" clId="{0361209A-0AB6-4DDF-AC01-22AC09D85359}" dt="2026-07-11T14:19:04.518" v="20" actId="120"/>
        <pc:sldMkLst>
          <pc:docMk/>
          <pc:sldMk cId="1536612233" sldId="257"/>
        </pc:sldMkLst>
        <pc:spChg chg="mod">
          <ac:chgData name="palaganibindu3092005@outlook.com" userId="b32564925e294466" providerId="LiveId" clId="{0361209A-0AB6-4DDF-AC01-22AC09D85359}" dt="2026-07-11T14:19:04.518" v="20" actId="120"/>
          <ac:spMkLst>
            <pc:docMk/>
            <pc:sldMk cId="1536612233" sldId="257"/>
            <ac:spMk id="3" creationId="{56F022AF-5AD6-B62F-F4E0-722F4001DED6}"/>
          </ac:spMkLst>
        </pc:spChg>
      </pc:sldChg>
      <pc:sldChg chg="modSp mod">
        <pc:chgData name="palaganibindu3092005@outlook.com" userId="b32564925e294466" providerId="LiveId" clId="{0361209A-0AB6-4DDF-AC01-22AC09D85359}" dt="2026-07-11T14:18:41.834" v="19" actId="27636"/>
        <pc:sldMkLst>
          <pc:docMk/>
          <pc:sldMk cId="2727335981" sldId="258"/>
        </pc:sldMkLst>
        <pc:spChg chg="mod">
          <ac:chgData name="palaganibindu3092005@outlook.com" userId="b32564925e294466" providerId="LiveId" clId="{0361209A-0AB6-4DDF-AC01-22AC09D85359}" dt="2026-07-11T14:17:12.717" v="4" actId="27636"/>
          <ac:spMkLst>
            <pc:docMk/>
            <pc:sldMk cId="2727335981" sldId="258"/>
            <ac:spMk id="2" creationId="{5714768F-ADBB-3BCF-2D1E-2A7B8071F1AA}"/>
          </ac:spMkLst>
        </pc:spChg>
        <pc:spChg chg="mod">
          <ac:chgData name="palaganibindu3092005@outlook.com" userId="b32564925e294466" providerId="LiveId" clId="{0361209A-0AB6-4DDF-AC01-22AC09D85359}" dt="2026-07-11T14:18:41.834" v="19" actId="27636"/>
          <ac:spMkLst>
            <pc:docMk/>
            <pc:sldMk cId="2727335981" sldId="258"/>
            <ac:spMk id="3" creationId="{E6A48441-A14C-DF47-9426-17F8EF95E568}"/>
          </ac:spMkLst>
        </pc:spChg>
      </pc:sldChg>
      <pc:sldChg chg="addSp delSp modSp mod">
        <pc:chgData name="palaganibindu3092005@outlook.com" userId="b32564925e294466" providerId="LiveId" clId="{0361209A-0AB6-4DDF-AC01-22AC09D85359}" dt="2026-07-11T16:00:58.444" v="83" actId="14100"/>
        <pc:sldMkLst>
          <pc:docMk/>
          <pc:sldMk cId="2577442223" sldId="261"/>
        </pc:sldMkLst>
        <pc:spChg chg="mod">
          <ac:chgData name="palaganibindu3092005@outlook.com" userId="b32564925e294466" providerId="LiveId" clId="{0361209A-0AB6-4DDF-AC01-22AC09D85359}" dt="2026-07-11T15:51:45.798" v="63" actId="14100"/>
          <ac:spMkLst>
            <pc:docMk/>
            <pc:sldMk cId="2577442223" sldId="261"/>
            <ac:spMk id="2" creationId="{8FDE3A7A-6F00-0D4C-7C98-96170B59B248}"/>
          </ac:spMkLst>
        </pc:spChg>
        <pc:spChg chg="del mod">
          <ac:chgData name="palaganibindu3092005@outlook.com" userId="b32564925e294466" providerId="LiveId" clId="{0361209A-0AB6-4DDF-AC01-22AC09D85359}" dt="2026-07-11T16:00:31.140" v="80" actId="21"/>
          <ac:spMkLst>
            <pc:docMk/>
            <pc:sldMk cId="2577442223" sldId="261"/>
            <ac:spMk id="3" creationId="{1BEFFFC4-964C-4DF7-0F28-B60A13B02140}"/>
          </ac:spMkLst>
        </pc:spChg>
        <pc:picChg chg="add mod">
          <ac:chgData name="palaganibindu3092005@outlook.com" userId="b32564925e294466" providerId="LiveId" clId="{0361209A-0AB6-4DDF-AC01-22AC09D85359}" dt="2026-07-11T15:53:41.957" v="71" actId="14100"/>
          <ac:picMkLst>
            <pc:docMk/>
            <pc:sldMk cId="2577442223" sldId="261"/>
            <ac:picMk id="4" creationId="{D97A9A18-FB91-C7C4-CD02-143ED3835D4C}"/>
          </ac:picMkLst>
        </pc:picChg>
        <pc:picChg chg="add mod">
          <ac:chgData name="palaganibindu3092005@outlook.com" userId="b32564925e294466" providerId="LiveId" clId="{0361209A-0AB6-4DDF-AC01-22AC09D85359}" dt="2026-07-11T16:00:58.444" v="83" actId="14100"/>
          <ac:picMkLst>
            <pc:docMk/>
            <pc:sldMk cId="2577442223" sldId="261"/>
            <ac:picMk id="5" creationId="{3B69B6F5-FF89-BFE9-DDD5-AECEE41D9C32}"/>
          </ac:picMkLst>
        </pc:picChg>
        <pc:picChg chg="add mod">
          <ac:chgData name="palaganibindu3092005@outlook.com" userId="b32564925e294466" providerId="LiveId" clId="{0361209A-0AB6-4DDF-AC01-22AC09D85359}" dt="2026-07-11T16:00:45.533" v="81" actId="14100"/>
          <ac:picMkLst>
            <pc:docMk/>
            <pc:sldMk cId="2577442223" sldId="261"/>
            <ac:picMk id="6" creationId="{C64821DA-2F8F-02C6-8A88-67CCEDFFD97C}"/>
          </ac:picMkLst>
        </pc:picChg>
      </pc:sldChg>
      <pc:sldChg chg="del">
        <pc:chgData name="palaganibindu3092005@outlook.com" userId="b32564925e294466" providerId="LiveId" clId="{0361209A-0AB6-4DDF-AC01-22AC09D85359}" dt="2026-07-11T16:06:42.097" v="87" actId="2696"/>
        <pc:sldMkLst>
          <pc:docMk/>
          <pc:sldMk cId="2938339401" sldId="262"/>
        </pc:sldMkLst>
      </pc:sldChg>
      <pc:sldChg chg="addSp delSp modSp mod">
        <pc:chgData name="palaganibindu3092005@outlook.com" userId="b32564925e294466" providerId="LiveId" clId="{0361209A-0AB6-4DDF-AC01-22AC09D85359}" dt="2026-07-11T16:10:47.240" v="193" actId="1076"/>
        <pc:sldMkLst>
          <pc:docMk/>
          <pc:sldMk cId="2342015058" sldId="263"/>
        </pc:sldMkLst>
        <pc:spChg chg="mod">
          <ac:chgData name="palaganibindu3092005@outlook.com" userId="b32564925e294466" providerId="LiveId" clId="{0361209A-0AB6-4DDF-AC01-22AC09D85359}" dt="2026-07-11T16:08:06.513" v="179" actId="20577"/>
          <ac:spMkLst>
            <pc:docMk/>
            <pc:sldMk cId="2342015058" sldId="263"/>
            <ac:spMk id="2" creationId="{B26FEA7C-D2D4-D345-AD5D-A4BCE773EBA3}"/>
          </ac:spMkLst>
        </pc:spChg>
        <pc:spChg chg="del">
          <ac:chgData name="palaganibindu3092005@outlook.com" userId="b32564925e294466" providerId="LiveId" clId="{0361209A-0AB6-4DDF-AC01-22AC09D85359}" dt="2026-07-11T16:10:03.811" v="185"/>
          <ac:spMkLst>
            <pc:docMk/>
            <pc:sldMk cId="2342015058" sldId="263"/>
            <ac:spMk id="3" creationId="{088CD361-5F58-7E7D-616B-79CE1CDB6500}"/>
          </ac:spMkLst>
        </pc:spChg>
        <pc:picChg chg="add mod">
          <ac:chgData name="palaganibindu3092005@outlook.com" userId="b32564925e294466" providerId="LiveId" clId="{0361209A-0AB6-4DDF-AC01-22AC09D85359}" dt="2026-07-11T16:10:47.240" v="193" actId="1076"/>
          <ac:picMkLst>
            <pc:docMk/>
            <pc:sldMk cId="2342015058" sldId="263"/>
            <ac:picMk id="5" creationId="{E9EA8DD5-7D60-6160-7E2F-1DE84975FFB0}"/>
          </ac:picMkLst>
        </pc:picChg>
        <pc:picChg chg="add mod">
          <ac:chgData name="palaganibindu3092005@outlook.com" userId="b32564925e294466" providerId="LiveId" clId="{0361209A-0AB6-4DDF-AC01-22AC09D85359}" dt="2026-07-11T16:10:44.272" v="192" actId="1076"/>
          <ac:picMkLst>
            <pc:docMk/>
            <pc:sldMk cId="2342015058" sldId="263"/>
            <ac:picMk id="6" creationId="{0027EE31-74F5-F765-1E60-E97521D5ADC6}"/>
          </ac:picMkLst>
        </pc:picChg>
      </pc:sldChg>
      <pc:sldChg chg="new del">
        <pc:chgData name="palaganibindu3092005@outlook.com" userId="b32564925e294466" providerId="LiveId" clId="{0361209A-0AB6-4DDF-AC01-22AC09D85359}" dt="2026-07-11T16:06:31.707" v="85" actId="2696"/>
        <pc:sldMkLst>
          <pc:docMk/>
          <pc:sldMk cId="1429919019" sldId="264"/>
        </pc:sldMkLst>
      </pc:sldChg>
      <pc:sldChg chg="delSp new del mod">
        <pc:chgData name="palaganibindu3092005@outlook.com" userId="b32564925e294466" providerId="LiveId" clId="{0361209A-0AB6-4DDF-AC01-22AC09D85359}" dt="2026-07-11T16:06:37.092" v="86" actId="2696"/>
        <pc:sldMkLst>
          <pc:docMk/>
          <pc:sldMk cId="3316476758" sldId="265"/>
        </pc:sldMkLst>
        <pc:spChg chg="del">
          <ac:chgData name="palaganibindu3092005@outlook.com" userId="b32564925e294466" providerId="LiveId" clId="{0361209A-0AB6-4DDF-AC01-22AC09D85359}" dt="2026-07-11T16:01:15.418" v="84" actId="21"/>
          <ac:spMkLst>
            <pc:docMk/>
            <pc:sldMk cId="3316476758" sldId="265"/>
            <ac:spMk id="3" creationId="{36013770-483D-3D7D-DA23-8579BC671ADF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14:14:30.2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9830,'0'0'0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29604-6454-4E79-8BED-BDB6E73B2AD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92A2-646E-4FEB-ACBA-230EB3FD9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721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29604-6454-4E79-8BED-BDB6E73B2AD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92A2-646E-4FEB-ACBA-230EB3FD9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715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29604-6454-4E79-8BED-BDB6E73B2AD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92A2-646E-4FEB-ACBA-230EB3FD9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780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29604-6454-4E79-8BED-BDB6E73B2AD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92A2-646E-4FEB-ACBA-230EB3FD9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1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29604-6454-4E79-8BED-BDB6E73B2AD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92A2-646E-4FEB-ACBA-230EB3FD9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492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29604-6454-4E79-8BED-BDB6E73B2AD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92A2-646E-4FEB-ACBA-230EB3FD9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033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29604-6454-4E79-8BED-BDB6E73B2AD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92A2-646E-4FEB-ACBA-230EB3FD9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533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29604-6454-4E79-8BED-BDB6E73B2AD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92A2-646E-4FEB-ACBA-230EB3FD9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035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29604-6454-4E79-8BED-BDB6E73B2AD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92A2-646E-4FEB-ACBA-230EB3FD9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653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29604-6454-4E79-8BED-BDB6E73B2AD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92A2-646E-4FEB-ACBA-230EB3FD9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158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29604-6454-4E79-8BED-BDB6E73B2AD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92A2-646E-4FEB-ACBA-230EB3FD9CF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3651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29604-6454-4E79-8BED-BDB6E73B2AD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92A2-646E-4FEB-ACBA-230EB3FD9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7978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29604-6454-4E79-8BED-BDB6E73B2AD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92A2-646E-4FEB-ACBA-230EB3FD9CF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16685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29604-6454-4E79-8BED-BDB6E73B2AD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92A2-646E-4FEB-ACBA-230EB3FD9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5124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29604-6454-4E79-8BED-BDB6E73B2AD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92A2-646E-4FEB-ACBA-230EB3FD9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027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29604-6454-4E79-8BED-BDB6E73B2AD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92A2-646E-4FEB-ACBA-230EB3FD9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027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29604-6454-4E79-8BED-BDB6E73B2AD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A4A92A2-646E-4FEB-ACBA-230EB3FD9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164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05E30-EFF0-2284-9B16-E84762D97D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02770"/>
          </a:xfrm>
        </p:spPr>
        <p:txBody>
          <a:bodyPr>
            <a:normAutofit fontScale="90000"/>
          </a:bodyPr>
          <a:lstStyle/>
          <a:p>
            <a:r>
              <a:rPr lang="en-US" sz="5400" b="1" dirty="0"/>
              <a:t>Smart Agriculture Disease Doctor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76E2B-9199-2B44-1051-6263697731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89667"/>
            <a:ext cx="9144000" cy="4868333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latin typeface="Arial Black" panose="020B0A04020102020204" pitchFamily="34" charset="0"/>
              </a:rPr>
              <a:t>Subtitle:- </a:t>
            </a:r>
            <a:r>
              <a:rPr lang="en-US" dirty="0">
                <a:latin typeface="Blackadder ITC" panose="04020505051007020D02" pitchFamily="82" charset="0"/>
              </a:rPr>
              <a:t>Crop Disease Detection using AI &amp; CNN</a:t>
            </a:r>
          </a:p>
          <a:p>
            <a:pPr algn="l"/>
            <a:r>
              <a:rPr lang="en-US" b="1" dirty="0">
                <a:latin typeface="Arial Black" panose="020B0A04020102020204" pitchFamily="34" charset="0"/>
              </a:rPr>
              <a:t>Name:- </a:t>
            </a:r>
            <a:r>
              <a:rPr lang="en-US" dirty="0">
                <a:latin typeface="Blackadder ITC" panose="04020505051007020D02" pitchFamily="82" charset="0"/>
              </a:rPr>
              <a:t>Palagani Bindu Madhavi</a:t>
            </a:r>
          </a:p>
          <a:p>
            <a:pPr algn="l"/>
            <a:r>
              <a:rPr lang="en-US" b="1" dirty="0">
                <a:latin typeface="Arial Black" panose="020B0A04020102020204" pitchFamily="34" charset="0"/>
              </a:rPr>
              <a:t>Class:-</a:t>
            </a:r>
            <a:r>
              <a:rPr lang="en-US" dirty="0">
                <a:latin typeface="Blackadder ITC" panose="04020505051007020D02" pitchFamily="82" charset="0"/>
              </a:rPr>
              <a:t>Btech 3</a:t>
            </a:r>
            <a:r>
              <a:rPr lang="en-US" baseline="30000" dirty="0">
                <a:latin typeface="Blackadder ITC" panose="04020505051007020D02" pitchFamily="82" charset="0"/>
              </a:rPr>
              <a:t>rd</a:t>
            </a:r>
            <a:r>
              <a:rPr lang="en-US" dirty="0">
                <a:latin typeface="Blackadder ITC" panose="04020505051007020D02" pitchFamily="82" charset="0"/>
              </a:rPr>
              <a:t> year </a:t>
            </a:r>
          </a:p>
          <a:p>
            <a:pPr algn="l"/>
            <a:r>
              <a:rPr lang="en-US" dirty="0">
                <a:latin typeface="Arial Black" panose="020B0A04020102020204" pitchFamily="34" charset="0"/>
              </a:rPr>
              <a:t>Branch:-</a:t>
            </a:r>
            <a:r>
              <a:rPr lang="en-US" dirty="0">
                <a:latin typeface="Blackadder ITC" panose="04020505051007020D02" pitchFamily="82" charset="0"/>
              </a:rPr>
              <a:t>computer science and engineering</a:t>
            </a:r>
          </a:p>
          <a:p>
            <a:pPr algn="l"/>
            <a:r>
              <a:rPr lang="en-US" dirty="0">
                <a:latin typeface="Arial Black" panose="020B0A04020102020204" pitchFamily="34" charset="0"/>
              </a:rPr>
              <a:t>Date:-</a:t>
            </a:r>
            <a:r>
              <a:rPr lang="en-US" dirty="0">
                <a:latin typeface="Blackadder ITC" panose="04020505051007020D02" pitchFamily="82" charset="0"/>
              </a:rPr>
              <a:t>7/11/2026</a:t>
            </a:r>
          </a:p>
          <a:p>
            <a:endParaRPr lang="en-US" dirty="0">
              <a:latin typeface="Blackadder ITC" panose="04020505051007020D02" pitchFamily="82" charset="0"/>
            </a:endParaRPr>
          </a:p>
          <a:p>
            <a:endParaRPr lang="en-US" dirty="0">
              <a:latin typeface="Blackadder ITC" panose="04020505051007020D02" pitchFamily="82" charset="0"/>
            </a:endParaRPr>
          </a:p>
          <a:p>
            <a:endParaRPr lang="en-US" dirty="0">
              <a:latin typeface="Blackadder ITC" panose="04020505051007020D02" pitchFamily="82" charset="0"/>
            </a:endParaRPr>
          </a:p>
          <a:p>
            <a:endParaRPr lang="en-US" dirty="0">
              <a:latin typeface="Blackadder ITC" panose="04020505051007020D02" pitchFamily="82" charset="0"/>
            </a:endParaRPr>
          </a:p>
          <a:p>
            <a:endParaRPr lang="en-US" dirty="0">
              <a:latin typeface="Blackadder ITC" panose="04020505051007020D02" pitchFamily="82" charset="0"/>
            </a:endParaRPr>
          </a:p>
          <a:p>
            <a:endParaRPr lang="en-US" b="1" dirty="0">
              <a:latin typeface="Blackadder ITC" panose="04020505051007020D02" pitchFamily="8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49CC293-C854-DF24-D8D3-013E49652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867" y="4191000"/>
            <a:ext cx="6781799" cy="246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275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D9C35-7868-EF62-23D4-549D421E0E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93132"/>
            <a:ext cx="9144000" cy="1794932"/>
          </a:xfrm>
        </p:spPr>
        <p:txBody>
          <a:bodyPr>
            <a:norm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F022AF-5AD6-B62F-F4E0-722F4001D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6267" y="1591732"/>
            <a:ext cx="9144000" cy="5207001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latin typeface="Arial Black" panose="020B0A04020102020204" pitchFamily="34" charset="0"/>
              </a:rPr>
              <a:t>High Crop Loss</a:t>
            </a:r>
            <a:r>
              <a:rPr lang="en-US" dirty="0">
                <a:latin typeface="Arial Black" panose="020B0A04020102020204" pitchFamily="34" charset="0"/>
              </a:rPr>
              <a:t>:- </a:t>
            </a:r>
            <a:r>
              <a:rPr lang="en-US" dirty="0">
                <a:latin typeface="Blackadder ITC" panose="04020505051007020D02" pitchFamily="82" charset="0"/>
              </a:rPr>
              <a:t>Around 40% of crops in India are lost due to plant diseases every year.</a:t>
            </a:r>
          </a:p>
          <a:p>
            <a:pPr algn="l"/>
            <a:r>
              <a:rPr lang="en-US" dirty="0"/>
              <a:t> </a:t>
            </a:r>
            <a:r>
              <a:rPr lang="en-US" b="1" dirty="0">
                <a:latin typeface="Arial Black" panose="020B0A04020102020204" pitchFamily="34" charset="0"/>
              </a:rPr>
              <a:t>Late Detection:-</a:t>
            </a:r>
            <a:r>
              <a:rPr lang="en-US" dirty="0">
                <a:latin typeface="Blackadder ITC" panose="04020505051007020D02" pitchFamily="82" charset="0"/>
              </a:rPr>
              <a:t>Farmers take 2-3 days to consult experts. By then, the disease spreads to the entire field.</a:t>
            </a:r>
          </a:p>
          <a:p>
            <a:pPr algn="l"/>
            <a:r>
              <a:rPr lang="en-US" b="1" dirty="0">
                <a:latin typeface="Arial Black" panose="020B0A04020102020204" pitchFamily="34" charset="0"/>
              </a:rPr>
              <a:t>Lack of Guidance:-</a:t>
            </a:r>
            <a:r>
              <a:rPr lang="en-US" dirty="0">
                <a:latin typeface="Blackadder ITC" panose="04020505051007020D02" pitchFamily="82" charset="0"/>
              </a:rPr>
              <a:t> Treatment information is mostly in English and not easily available in local languages like Telugu.</a:t>
            </a:r>
          </a:p>
          <a:p>
            <a:pPr algn="l"/>
            <a:r>
              <a:rPr lang="en-US" b="1" dirty="0">
                <a:latin typeface="Arial Black" panose="020B0A04020102020204" pitchFamily="34" charset="0"/>
              </a:rPr>
              <a:t>Financial Impact</a:t>
            </a:r>
            <a:r>
              <a:rPr lang="en-US" dirty="0">
                <a:latin typeface="Blackadder ITC" panose="04020505051007020D02" pitchFamily="82" charset="0"/>
              </a:rPr>
              <a:t> </a:t>
            </a:r>
            <a:r>
              <a:rPr lang="en-US" dirty="0">
                <a:latin typeface="Arial Black" panose="020B0A04020102020204" pitchFamily="34" charset="0"/>
              </a:rPr>
              <a:t>:-</a:t>
            </a:r>
            <a:r>
              <a:rPr lang="en-US" dirty="0">
                <a:latin typeface="Blackadder ITC" panose="04020505051007020D02" pitchFamily="82" charset="0"/>
              </a:rPr>
              <a:t>Wrong pesticides lead to extra cost and further damage to crops.</a:t>
            </a:r>
          </a:p>
          <a:p>
            <a:pPr algn="l"/>
            <a:r>
              <a:rPr lang="en-US" b="1" dirty="0">
                <a:latin typeface="Arial Black" panose="020B0A04020102020204" pitchFamily="34" charset="0"/>
              </a:rPr>
              <a:t>Our Solution:-</a:t>
            </a:r>
            <a:r>
              <a:rPr lang="en-US" dirty="0">
                <a:latin typeface="Blackadder ITC" panose="04020505051007020D02" pitchFamily="82" charset="0"/>
              </a:rPr>
              <a:t>An AI-powered mobile/web app that takes a photo of a crop leaf and instantly detects the disease with treatment suggestions in Telugu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36612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4768F-ADBB-3BCF-2D1E-2A7B8071F1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6538" y="211668"/>
            <a:ext cx="7767637" cy="1574800"/>
          </a:xfrm>
        </p:spPr>
        <p:txBody>
          <a:bodyPr>
            <a:normAutofit fontScale="90000"/>
          </a:bodyPr>
          <a:lstStyle/>
          <a:p>
            <a:r>
              <a:rPr lang="en-US" dirty="0"/>
              <a:t>Objectives Of The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A48441-A14C-DF47-9426-17F8EF95E5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4071" y="2087033"/>
            <a:ext cx="7767637" cy="298450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b="1" dirty="0">
                <a:latin typeface="Arial Black" panose="020B0A04020102020204" pitchFamily="34" charset="0"/>
              </a:rPr>
              <a:t>  Main Goal:-</a:t>
            </a:r>
            <a:r>
              <a:rPr lang="en-US" b="1" dirty="0">
                <a:latin typeface="Blackadder ITC" panose="04020505051007020D02" pitchFamily="82" charset="0"/>
              </a:rPr>
              <a:t>To build an AI-powered system for early detection of crop diseases to help farmers increase yield and reduce losses.</a:t>
            </a:r>
          </a:p>
          <a:p>
            <a:pPr algn="l"/>
            <a:r>
              <a:rPr lang="en-US" b="1" dirty="0">
                <a:latin typeface="Arial Black" panose="020B0A04020102020204" pitchFamily="34" charset="0"/>
              </a:rPr>
              <a:t>  Specific Objectives:-</a:t>
            </a:r>
            <a:r>
              <a:rPr lang="en-US" b="1" dirty="0">
                <a:latin typeface="Blackadder ITC" panose="04020505051007020D02" pitchFamily="82" charset="0"/>
              </a:rPr>
              <a:t>Disease DetectionDetect and classify 38 types of c     crop diseases from leaf images using CNN.Multilingual Support Provide disease name and treatment suggestions in Telugu for easy understanding by farmers</a:t>
            </a:r>
            <a:r>
              <a:rPr lang="en-US" b="1" dirty="0">
                <a:latin typeface="Arial Black" panose="020B0A04020102020204" pitchFamily="34" charset="0"/>
              </a:rPr>
              <a:t>.</a:t>
            </a:r>
          </a:p>
          <a:p>
            <a:pPr algn="l"/>
            <a:r>
              <a:rPr lang="en-US" b="1" dirty="0">
                <a:latin typeface="Arial Black" panose="020B0A04020102020204" pitchFamily="34" charset="0"/>
              </a:rPr>
              <a:t>Fast &amp; Accurate Results:-</a:t>
            </a:r>
            <a:r>
              <a:rPr lang="en-US" b="1" dirty="0">
                <a:latin typeface="Blackadder ITC" panose="04020505051007020D02" pitchFamily="82" charset="0"/>
              </a:rPr>
              <a:t>Give results within 2-3 seconds with 90%+ accuracy using MobileNetV2 model</a:t>
            </a:r>
            <a:r>
              <a:rPr lang="en-US" b="1" dirty="0">
                <a:latin typeface="Arial Black" panose="020B0A04020102020204" pitchFamily="34" charset="0"/>
              </a:rPr>
              <a:t>. </a:t>
            </a:r>
          </a:p>
          <a:p>
            <a:pPr algn="l"/>
            <a:r>
              <a:rPr lang="en-US" b="1" dirty="0">
                <a:latin typeface="Arial Black" panose="020B0A04020102020204" pitchFamily="34" charset="0"/>
              </a:rPr>
              <a:t>  User-Friendly App:-</a:t>
            </a:r>
            <a:r>
              <a:rPr lang="en-US" b="1" dirty="0">
                <a:latin typeface="Blackadder ITC" panose="04020505051007020D02" pitchFamily="82" charset="0"/>
              </a:rPr>
              <a:t>Develop a simple Web App using Streamlit that works on mobile and desktop</a:t>
            </a:r>
            <a:r>
              <a:rPr lang="en-US" b="1" dirty="0">
                <a:latin typeface="Arial Black" panose="020B0A04020102020204" pitchFamily="34" charset="0"/>
              </a:rPr>
              <a:t>.</a:t>
            </a:r>
          </a:p>
          <a:p>
            <a:pPr algn="l"/>
            <a:r>
              <a:rPr lang="en-US" b="1" dirty="0">
                <a:latin typeface="Arial Black" panose="020B0A04020102020204" pitchFamily="34" charset="0"/>
              </a:rPr>
              <a:t>Reduce Crop Loss:-</a:t>
            </a:r>
            <a:r>
              <a:rPr lang="en-US" b="1" dirty="0">
                <a:latin typeface="Blackadder ITC" panose="04020505051007020D02" pitchFamily="82" charset="0"/>
              </a:rPr>
              <a:t>enable early treatment to minimize crop damage and </a:t>
            </a:r>
            <a:r>
              <a:rPr lang="en-US" dirty="0">
                <a:latin typeface="Blackadder ITC" panose="04020505051007020D02" pitchFamily="82" charset="0"/>
              </a:rPr>
              <a:t>increase farmer profit.</a:t>
            </a:r>
          </a:p>
          <a:p>
            <a:pPr algn="l"/>
            <a:endParaRPr lang="en-US" dirty="0">
              <a:latin typeface="Blackadder ITC" panose="04020505051007020D02" pitchFamily="82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335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E194B-69C5-0722-C5E3-DFA0E68EA8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1067"/>
            <a:ext cx="9144000" cy="16557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Technology Stack &amp; Methodology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688A99-668E-B9A5-97FA-BF8F58A6FE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6867" y="2023534"/>
            <a:ext cx="9948333" cy="4834466"/>
          </a:xfrm>
        </p:spPr>
        <p:txBody>
          <a:bodyPr/>
          <a:lstStyle/>
          <a:p>
            <a:pPr algn="l"/>
            <a:r>
              <a:rPr lang="en-US" sz="1800" b="1" dirty="0">
                <a:latin typeface="Arial Black" panose="020B0A04020102020204" pitchFamily="34" charset="0"/>
              </a:rPr>
              <a:t>Programming Language:-</a:t>
            </a:r>
            <a:r>
              <a:rPr lang="en-US" dirty="0">
                <a:latin typeface="Blackadder ITC" panose="04020505051007020D02" pitchFamily="82" charset="0"/>
              </a:rPr>
              <a:t>Python </a:t>
            </a:r>
          </a:p>
          <a:p>
            <a:pPr algn="l"/>
            <a:r>
              <a:rPr lang="en-US" sz="1800" b="1" dirty="0">
                <a:latin typeface="Arial Black" panose="020B0A04020102020204" pitchFamily="34" charset="0"/>
              </a:rPr>
              <a:t>Deep Learning Framework:-</a:t>
            </a:r>
            <a:r>
              <a:rPr lang="en-US" dirty="0"/>
              <a:t> </a:t>
            </a:r>
            <a:r>
              <a:rPr lang="en-US" dirty="0">
                <a:latin typeface="Blackadder ITC" panose="04020505051007020D02" pitchFamily="82" charset="0"/>
              </a:rPr>
              <a:t>TensorFlow &amp; </a:t>
            </a:r>
            <a:r>
              <a:rPr lang="en-US" dirty="0" err="1">
                <a:latin typeface="Blackadder ITC" panose="04020505051007020D02" pitchFamily="82" charset="0"/>
              </a:rPr>
              <a:t>Keras</a:t>
            </a:r>
            <a:endParaRPr lang="en-US" dirty="0">
              <a:latin typeface="Blackadder ITC" panose="04020505051007020D02" pitchFamily="82" charset="0"/>
            </a:endParaRPr>
          </a:p>
          <a:p>
            <a:pPr algn="l"/>
            <a:r>
              <a:rPr lang="en-US" sz="1800" b="1" dirty="0">
                <a:latin typeface="Arial Black" panose="020B0A04020102020204" pitchFamily="34" charset="0"/>
              </a:rPr>
              <a:t>Model Used:-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dirty="0">
                <a:latin typeface="Blackadder ITC" panose="04020505051007020D02" pitchFamily="82" charset="0"/>
              </a:rPr>
              <a:t>MobileNetV2 - CNN for image classification </a:t>
            </a:r>
          </a:p>
          <a:p>
            <a:pPr algn="l"/>
            <a:r>
              <a:rPr lang="en-US" sz="1800" b="1" dirty="0">
                <a:latin typeface="Arial Black" panose="020B0A04020102020204" pitchFamily="34" charset="0"/>
              </a:rPr>
              <a:t>Web Framework:-</a:t>
            </a:r>
            <a:r>
              <a:rPr lang="en-US" dirty="0">
                <a:latin typeface="Blackadder ITC" panose="04020505051007020D02" pitchFamily="82" charset="0"/>
              </a:rPr>
              <a:t>Streamlit for Web App interface</a:t>
            </a:r>
          </a:p>
          <a:p>
            <a:pPr algn="l"/>
            <a:r>
              <a:rPr lang="en-US" sz="1800" b="1" dirty="0">
                <a:latin typeface="Arial Black" panose="020B0A04020102020204" pitchFamily="34" charset="0"/>
              </a:rPr>
              <a:t>Dataset:-</a:t>
            </a:r>
            <a:r>
              <a:rPr lang="en-US" dirty="0">
                <a:latin typeface="Blackadder ITC" panose="04020505051007020D02" pitchFamily="82" charset="0"/>
              </a:rPr>
              <a:t>Plant Village Dataset - 54,000+ images of 38 diseases</a:t>
            </a:r>
          </a:p>
          <a:p>
            <a:pPr algn="l"/>
            <a:r>
              <a:rPr lang="en-US" sz="1800" b="1" dirty="0">
                <a:latin typeface="Arial Black" panose="020B0A04020102020204" pitchFamily="34" charset="0"/>
              </a:rPr>
              <a:t>Language Support:-</a:t>
            </a:r>
            <a:r>
              <a:rPr lang="en-US" dirty="0"/>
              <a:t> </a:t>
            </a:r>
            <a:r>
              <a:rPr lang="en-US" dirty="0">
                <a:latin typeface="Blackadder ITC" panose="04020505051007020D02" pitchFamily="82" charset="0"/>
              </a:rPr>
              <a:t>Telugu for treatment suggestions</a:t>
            </a:r>
          </a:p>
          <a:p>
            <a:pPr algn="l"/>
            <a:endParaRPr lang="en-US" dirty="0">
              <a:latin typeface="Blackadder ITC" panose="04020505051007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374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54D22-C20F-5D7E-3CEF-853EAD5A4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09675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b="1" dirty="0">
                <a:latin typeface="Arial Black" panose="020B0A04020102020204" pitchFamily="34" charset="0"/>
              </a:rPr>
              <a:t>HOW IT WORKS - METHODOLOGY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26F94-F94A-C16A-6D13-70F50DAC0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Arial Black" panose="020B0A04020102020204" pitchFamily="34" charset="0"/>
              </a:rPr>
              <a:t>Input:-</a:t>
            </a:r>
            <a:r>
              <a:rPr lang="en-US" dirty="0"/>
              <a:t> </a:t>
            </a:r>
            <a:r>
              <a:rPr lang="en-US" dirty="0">
                <a:latin typeface="Blackadder ITC" panose="04020505051007020D02" pitchFamily="82" charset="0"/>
              </a:rPr>
              <a:t>Farmer uploads a photo of a crop leaf</a:t>
            </a:r>
          </a:p>
          <a:p>
            <a:r>
              <a:rPr lang="en-US" b="1" dirty="0">
                <a:latin typeface="Arial Black" panose="020B0A04020102020204" pitchFamily="34" charset="0"/>
              </a:rPr>
              <a:t>Preprocessing</a:t>
            </a:r>
            <a:r>
              <a:rPr lang="en-US" b="1" dirty="0">
                <a:latin typeface="Blackadder ITC" panose="04020505051007020D02" pitchFamily="82" charset="0"/>
              </a:rPr>
              <a:t>:-</a:t>
            </a:r>
            <a:r>
              <a:rPr lang="en-US" dirty="0">
                <a:latin typeface="Blackadder ITC" panose="04020505051007020D02" pitchFamily="82" charset="0"/>
              </a:rPr>
              <a:t> Image is resized and normalized</a:t>
            </a:r>
          </a:p>
          <a:p>
            <a:r>
              <a:rPr lang="en-US" b="1" dirty="0">
                <a:latin typeface="Arial Black" panose="020B0A04020102020204" pitchFamily="34" charset="0"/>
              </a:rPr>
              <a:t>Prediction:-</a:t>
            </a:r>
            <a:r>
              <a:rPr lang="en-US" dirty="0"/>
              <a:t> </a:t>
            </a:r>
            <a:r>
              <a:rPr lang="en-US" dirty="0">
                <a:latin typeface="Blackadder ITC" panose="04020505051007020D02" pitchFamily="82" charset="0"/>
              </a:rPr>
              <a:t>Trained CNN Model predicts the disease name</a:t>
            </a:r>
          </a:p>
          <a:p>
            <a:r>
              <a:rPr lang="en-US" b="1" dirty="0">
                <a:latin typeface="Arial Black" panose="020B0A04020102020204" pitchFamily="34" charset="0"/>
              </a:rPr>
              <a:t>Output:-</a:t>
            </a:r>
            <a:r>
              <a:rPr lang="en-US" dirty="0">
                <a:latin typeface="Blackadder ITC" panose="04020505051007020D02" pitchFamily="82" charset="0"/>
              </a:rPr>
              <a:t>App displays Disease Name + Causes + Treatment in Telugu</a:t>
            </a:r>
          </a:p>
          <a:p>
            <a:r>
              <a:rPr lang="en-US" b="1" dirty="0">
                <a:latin typeface="Arial Black" panose="020B0A04020102020204" pitchFamily="34" charset="0"/>
              </a:rPr>
              <a:t>Result:-</a:t>
            </a:r>
            <a:r>
              <a:rPr lang="en-US" dirty="0">
                <a:latin typeface="Blackadder ITC" panose="04020505051007020D02" pitchFamily="82" charset="0"/>
              </a:rPr>
              <a:t>Farmer takes action early to save the crop</a:t>
            </a:r>
          </a:p>
        </p:txBody>
      </p:sp>
    </p:spTree>
    <p:extLst>
      <p:ext uri="{BB962C8B-B14F-4D97-AF65-F5344CB8AC3E}">
        <p14:creationId xmlns:p14="http://schemas.microsoft.com/office/powerpoint/2010/main" val="1232644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E3A7A-6F00-0D4C-7C98-96170B59B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347134"/>
            <a:ext cx="7766936" cy="1600200"/>
          </a:xfrm>
        </p:spPr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Photos on AI AGRICULTURE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7A9A18-FB91-C7C4-CD02-143ED3835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800" y="2099733"/>
            <a:ext cx="3589867" cy="1905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69B6F5-FF89-BFE9-DDD5-AECEE41D9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984663"/>
            <a:ext cx="4368800" cy="28886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4821DA-2F8F-02C6-8A88-67CCEDFFD9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7067" y="4704001"/>
            <a:ext cx="3031066" cy="191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442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FEA7C-D2D4-D345-AD5D-A4BCE773E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Farmers are happy  to harvest crops after detecting the diseases.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027EE31-74F5-F765-1E60-E97521D5AD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92133" y="2345775"/>
            <a:ext cx="3335867" cy="240453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3BBB87E-4408-88B8-3DDC-D8FDAE32B0A6}"/>
                  </a:ext>
                </a:extLst>
              </p14:cNvPr>
              <p14:cNvContentPartPr/>
              <p14:nvPr/>
            </p14:nvContentPartPr>
            <p14:xfrm>
              <a:off x="2124947" y="72800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3BBB87E-4408-88B8-3DDC-D8FDAE32B0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06947" y="710360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9EA8DD5-7D60-6160-7E2F-1DE84975FF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2345775"/>
            <a:ext cx="3039534" cy="230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01505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116</TotalTime>
  <Words>377</Words>
  <Application>Microsoft Office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 Black</vt:lpstr>
      <vt:lpstr>Blackadder ITC</vt:lpstr>
      <vt:lpstr>Trebuchet MS</vt:lpstr>
      <vt:lpstr>Wingdings 3</vt:lpstr>
      <vt:lpstr>Facet</vt:lpstr>
      <vt:lpstr>Smart Agriculture Disease Doctor</vt:lpstr>
      <vt:lpstr>PROBLEM STATEMENT</vt:lpstr>
      <vt:lpstr>Objectives Of The Project</vt:lpstr>
      <vt:lpstr>Technology Stack &amp; Methodology</vt:lpstr>
      <vt:lpstr> HOW IT WORKS - METHODOLOGY:</vt:lpstr>
      <vt:lpstr>Photos on AI AGRICULTURE </vt:lpstr>
      <vt:lpstr>Farmers are happy  to harvest crops after detecting the diseases.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palaganibindu3092005@outlook.com</dc:creator>
  <cp:lastModifiedBy>palaganibindu3092005@outlook.com</cp:lastModifiedBy>
  <cp:revision>1</cp:revision>
  <dcterms:created xsi:type="dcterms:W3CDTF">2026-07-11T14:14:39Z</dcterms:created>
  <dcterms:modified xsi:type="dcterms:W3CDTF">2026-07-16T14:16:25Z</dcterms:modified>
</cp:coreProperties>
</file>